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38" y="3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489456-C6C0-B879-A2F7-6A9D363EAA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2AB94A1-E721-3336-AB0B-3BD1C7D6F9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5BA5A74-D9DD-B4C5-61A9-BCDC4F1E8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B36A-FDB1-42AF-B897-CB3E9370EAE9}" type="datetimeFigureOut">
              <a:rPr lang="de-DE" smtClean="0"/>
              <a:t>16.01.2023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6217D6D-B961-3DC5-9287-1C732C535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9202D0-5D6A-6F35-8A01-9491E718D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B9E7-2072-481B-B1BF-DD917F818A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58594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32F1D42-42F0-E64A-EB82-D4F83F5FB0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1A7103B-1D4B-4F43-A0C9-D4F36B9FC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042BB0D-37F0-2642-58AE-5C6E1E417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B36A-FDB1-42AF-B897-CB3E9370EAE9}" type="datetimeFigureOut">
              <a:rPr lang="de-DE" smtClean="0"/>
              <a:t>16.01.2023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4777ADD-1555-7B8B-09BC-2E7AD0E04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2EE04E-9E8C-4B2A-B8C7-6A576A71B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B9E7-2072-481B-B1BF-DD917F818A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9223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0D9BAB3-E625-E1D5-D4AB-6FE3C040B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43CB647-D763-F1FE-B1A5-416B1B54CB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3F55FBD-F58F-C828-FE85-6F549DA9B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B36A-FDB1-42AF-B897-CB3E9370EAE9}" type="datetimeFigureOut">
              <a:rPr lang="de-DE" smtClean="0"/>
              <a:t>16.01.2023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12D94E8-F060-8DC6-977B-EFFB7B906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A7C0273-5BC0-899F-8622-553D7D3CD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B9E7-2072-481B-B1BF-DD917F818A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089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4AEE3AA-E902-35A0-C12F-C378B1563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064529-8AB6-D8F7-0CA5-35A1EEBB3C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B66BEB6-756A-D458-751D-8B8690A421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738C2E4-1A3A-389E-3A22-DE8048FF2F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B36A-FDB1-42AF-B897-CB3E9370EAE9}" type="datetimeFigureOut">
              <a:rPr lang="de-DE" smtClean="0"/>
              <a:t>16.01.2023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0CC3914-939E-758B-AD5B-B2F8A43E9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27D8618-8A71-26CC-A89D-6985F3E08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B9E7-2072-481B-B1BF-DD917F818A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0300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90E2E48-8221-6E68-D0F7-B84DE3BAC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C950EF-ECAB-9504-1012-6F5E429E32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CF27711-5FDD-869C-2DEC-94A652625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04F722A-64F1-567F-DA70-8622FDE82F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A51A75D-5B3C-DF80-D235-927F90FDBE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FE5AA8E-C98A-C74D-76DC-53255DBD5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B36A-FDB1-42AF-B897-CB3E9370EAE9}" type="datetimeFigureOut">
              <a:rPr lang="de-DE" smtClean="0"/>
              <a:t>16.01.2023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A4997B08-7E25-27A4-22EB-CEB22A4C7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84FACA8-94C3-9791-E784-35328C708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B9E7-2072-481B-B1BF-DD917F818A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48733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EE39963-2240-0617-B96E-927EAC9C53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D8900A2-7F44-0D03-4CD2-CD5584B18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B36A-FDB1-42AF-B897-CB3E9370EAE9}" type="datetimeFigureOut">
              <a:rPr lang="de-DE" smtClean="0"/>
              <a:t>16.01.2023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37891B7-C66D-B1B8-6F4C-E2BA69E56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286CEE-8A8A-E12B-4A4D-54CD39284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B9E7-2072-481B-B1BF-DD917F818A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213159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7DA82DD-95D4-8770-64F3-C8E0BC709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B36A-FDB1-42AF-B897-CB3E9370EAE9}" type="datetimeFigureOut">
              <a:rPr lang="de-DE" smtClean="0"/>
              <a:t>16.01.2023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4C5FAAEE-C573-3FD4-017C-40F3DC763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FF7BD0B-CC0B-8015-7B8C-FF0379C19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B9E7-2072-481B-B1BF-DD917F818A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15662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F72EB8-3A12-6882-63B9-4F1143E66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C122F97-91A2-62D3-7C3D-855FE3AEA4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F4D0FD0F-F9B1-7289-6C5E-9B798B0AE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1E2D8C8-A139-8D7B-810E-860A1E0B5A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B36A-FDB1-42AF-B897-CB3E9370EAE9}" type="datetimeFigureOut">
              <a:rPr lang="de-DE" smtClean="0"/>
              <a:t>16.01.2023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C7C7D48-2EEB-2A1A-B2D5-0F6CC20EF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3D69442-9E08-345C-155F-D5D2895E1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B9E7-2072-481B-B1BF-DD917F818A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17224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1EC0026-AF9F-D412-52B5-F9E2E254F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27FF20C-ACBD-48B5-0E49-D70922B5A8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7C102B0-3EED-1FEB-D696-D74217DD73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B26B5E6-E057-C2C3-3EA0-E0C37DBAC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B36A-FDB1-42AF-B897-CB3E9370EAE9}" type="datetimeFigureOut">
              <a:rPr lang="de-DE" smtClean="0"/>
              <a:t>16.01.2023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2DCB8E5-4438-BC11-6B47-723D7DAAA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083E0C3-706F-CAB4-3E18-530F4B08B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B9E7-2072-481B-B1BF-DD917F818A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68895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15DC3B-D1F6-2F9C-9A6A-D51B5BB041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826C635-7C69-768A-22A9-8C73BC4D160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814D53A-995C-3CB4-499F-157379832F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B36A-FDB1-42AF-B897-CB3E9370EAE9}" type="datetimeFigureOut">
              <a:rPr lang="de-DE" smtClean="0"/>
              <a:t>16.01.2023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989C8E-3A52-02B5-2207-084DBF296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81C1603-9721-0256-290E-FBC5F148F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B9E7-2072-481B-B1BF-DD917F818A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42365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26A9063-2DB7-1D2E-BC12-007B163783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6081D5F-9663-83D8-467E-3F2932789E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86A5FF2-EA03-87A7-3152-1C710EBFD8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BAB36A-FDB1-42AF-B897-CB3E9370EAE9}" type="datetimeFigureOut">
              <a:rPr lang="de-DE" smtClean="0"/>
              <a:t>16.01.2023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DED4AA-BF03-CCD9-AAED-85F9DC70A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EC83790-60A0-1396-136F-A589C94A4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73B9E7-2072-481B-B1BF-DD917F818A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5709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B5A2E69-A92F-9930-4FFC-E362959C2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D818DBB-5E1F-0D25-E356-09196BE452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579585A-D26C-3C43-4F8A-B65C7B17D4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BAB36A-FDB1-42AF-B897-CB3E9370EAE9}" type="datetimeFigureOut">
              <a:rPr lang="de-DE" smtClean="0"/>
              <a:t>16.01.2023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AA3BD54-CA71-87CB-8305-38126F75F5E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B212053-32A6-7F44-8C9E-B4ADFEB819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73B9E7-2072-481B-B1BF-DD917F818AE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79148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>
            <a:extLst>
              <a:ext uri="{FF2B5EF4-FFF2-40B4-BE49-F238E27FC236}">
                <a16:creationId xmlns:a16="http://schemas.microsoft.com/office/drawing/2014/main" id="{147D03F4-1BB6-BBF2-7040-A40CEBD6455C}"/>
              </a:ext>
            </a:extLst>
          </p:cNvPr>
          <p:cNvSpPr/>
          <p:nvPr/>
        </p:nvSpPr>
        <p:spPr>
          <a:xfrm>
            <a:off x="2225394" y="1113595"/>
            <a:ext cx="886408" cy="2752531"/>
          </a:xfrm>
          <a:prstGeom prst="rect">
            <a:avLst/>
          </a:prstGeom>
          <a:solidFill>
            <a:schemeClr val="bg1"/>
          </a:solidFill>
          <a:ln w="317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425522F-5A5A-A37E-7B22-0B3314D39BA3}"/>
              </a:ext>
            </a:extLst>
          </p:cNvPr>
          <p:cNvSpPr/>
          <p:nvPr/>
        </p:nvSpPr>
        <p:spPr>
          <a:xfrm>
            <a:off x="3303037" y="1113595"/>
            <a:ext cx="485192" cy="463278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200" dirty="0"/>
              <a:t>T1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ADF4D1E0-C0D0-E36D-DB67-E78FBF143B05}"/>
              </a:ext>
            </a:extLst>
          </p:cNvPr>
          <p:cNvCxnSpPr>
            <a:stCxn id="5" idx="2"/>
          </p:cNvCxnSpPr>
          <p:nvPr/>
        </p:nvCxnSpPr>
        <p:spPr>
          <a:xfrm flipH="1">
            <a:off x="3111802" y="1345234"/>
            <a:ext cx="19123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hteck 7">
            <a:extLst>
              <a:ext uri="{FF2B5EF4-FFF2-40B4-BE49-F238E27FC236}">
                <a16:creationId xmlns:a16="http://schemas.microsoft.com/office/drawing/2014/main" id="{41F0F1D7-AAD5-6884-C960-FA941CED74E3}"/>
              </a:ext>
            </a:extLst>
          </p:cNvPr>
          <p:cNvSpPr/>
          <p:nvPr/>
        </p:nvSpPr>
        <p:spPr>
          <a:xfrm>
            <a:off x="354563" y="167951"/>
            <a:ext cx="11364686" cy="629816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D3199754-AE61-0FEF-1389-75FC674A0B8B}"/>
              </a:ext>
            </a:extLst>
          </p:cNvPr>
          <p:cNvSpPr/>
          <p:nvPr/>
        </p:nvSpPr>
        <p:spPr>
          <a:xfrm>
            <a:off x="7277877" y="1113595"/>
            <a:ext cx="720000" cy="72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Multiplikationszeichen 9">
            <a:extLst>
              <a:ext uri="{FF2B5EF4-FFF2-40B4-BE49-F238E27FC236}">
                <a16:creationId xmlns:a16="http://schemas.microsoft.com/office/drawing/2014/main" id="{9D594735-4F3C-F03C-72DD-A6688D5877E1}"/>
              </a:ext>
            </a:extLst>
          </p:cNvPr>
          <p:cNvSpPr/>
          <p:nvPr/>
        </p:nvSpPr>
        <p:spPr>
          <a:xfrm>
            <a:off x="7367877" y="1203595"/>
            <a:ext cx="540000" cy="540000"/>
          </a:xfrm>
          <a:prstGeom prst="mathMultiply">
            <a:avLst>
              <a:gd name="adj1" fmla="val 1315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8345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8">
            <a:extLst>
              <a:ext uri="{FF2B5EF4-FFF2-40B4-BE49-F238E27FC236}">
                <a16:creationId xmlns:a16="http://schemas.microsoft.com/office/drawing/2014/main" id="{D3199754-AE61-0FEF-1389-75FC674A0B8B}"/>
              </a:ext>
            </a:extLst>
          </p:cNvPr>
          <p:cNvSpPr/>
          <p:nvPr/>
        </p:nvSpPr>
        <p:spPr>
          <a:xfrm>
            <a:off x="7277877" y="1113595"/>
            <a:ext cx="720000" cy="72000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10" name="Multiplikationszeichen 9">
            <a:extLst>
              <a:ext uri="{FF2B5EF4-FFF2-40B4-BE49-F238E27FC236}">
                <a16:creationId xmlns:a16="http://schemas.microsoft.com/office/drawing/2014/main" id="{9D594735-4F3C-F03C-72DD-A6688D5877E1}"/>
              </a:ext>
            </a:extLst>
          </p:cNvPr>
          <p:cNvSpPr/>
          <p:nvPr/>
        </p:nvSpPr>
        <p:spPr>
          <a:xfrm>
            <a:off x="7367877" y="1203595"/>
            <a:ext cx="540000" cy="540000"/>
          </a:xfrm>
          <a:prstGeom prst="mathMultiply">
            <a:avLst>
              <a:gd name="adj1" fmla="val 1315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5214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Breitbild</PresentationFormat>
  <Paragraphs>1</Paragraphs>
  <Slides>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Christian Walter</dc:creator>
  <cp:lastModifiedBy>Christian Walter</cp:lastModifiedBy>
  <cp:revision>1</cp:revision>
  <dcterms:created xsi:type="dcterms:W3CDTF">2023-01-16T17:50:11Z</dcterms:created>
  <dcterms:modified xsi:type="dcterms:W3CDTF">2023-01-16T18:22:17Z</dcterms:modified>
</cp:coreProperties>
</file>